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svg" ContentType="image/svg+xml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ns0:presentation xmlns:ns0="http://schemas.openxmlformats.org/presentationml/2006/main" xmlns:ns1="http://schemas.openxmlformats.org/officeDocument/2006/relationships" xmlns:a="http://schemas.openxmlformats.org/drawingml/2006/main" xmlns:r="http://schemas.openxmlformats.org/officeDocument/2006/relationships" xmlns:p="http://schemas.openxmlformats.org/presentationml/2006/main">
  <ns0:sldMasterIdLst>
    <ns0:sldMasterId id="2147483648" ns1:id="rId1"/>
  </ns0:sldMasterIdLst>
  <ns0:sldIdLst>
    <ns0:sldId id="256" ns1:id="rIdSlide1"/>
  </ns0:sldIdLst>
  <ns0:sldSz cx="12191695" cy="6858000" type="screen16x9"/>
  <ns0:notesSz cx="6858000" cy="9144000"/>
</ns0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theme" Target="theme/theme1.xml" /><Relationship Id="rIdSlide1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ns0:sldLayout xmlns:ns0="http://schemas.openxmlformats.org/presentationml/2006/main" xmlns:ns1="http://schemas.openxmlformats.org/drawingml/2006/main" xmlns:a="http://schemas.openxmlformats.org/drawingml/2006/main" xmlns:r="http://schemas.openxmlformats.org/officeDocument/2006/relationships" xmlns:p="http://schemas.openxmlformats.org/presentationml/2006/main" type="blank" preserve="1">
  <ns0:cSld name="Blank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</ns0:cSld>
</ns0:sldLayout>
</file>

<file path=ppt/slideMasters/_rels/slideMaster1.xml.rels><?xml version='1.0' encoding='utf-8'?>
<Relationships xmlns="http://schemas.openxmlformats.org/package/2006/relationships"><Relationship Id="rIdLayout1" Type="http://schemas.openxmlformats.org/officeDocument/2006/relationships/slideLayout" Target="../slideLayouts/slideLayout1.xml" /><Relationship Id="rIdTheme" Type="http://schemas.openxmlformats.org/officeDocument/2006/relationships/theme" Target="../theme/theme1.xml" 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 xmlns:a="http://schemas.openxmlformats.org/drawingml/2006/main" xmlns:r="http://schemas.openxmlformats.org/officeDocument/2006/relationships" xmlns:p="http://schemas.openxmlformats.org/presentation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</ns0:cSld>
  <ns0:sldLayoutIdLst>
    <ns0:sldLayoutId id="2147483649" ns2:id="rIdLayout1"/>
  </ns0:sldLayoutIdLst>
  <ns0:txStyles/>
</ns0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ns0:sld xmlns:ns0="http://schemas.openxmlformats.org/presentationml/2006/main" xmlns:ns1="http://schemas.openxmlformats.org/drawingml/2006/main" xmlns:a="http://schemas.openxmlformats.org/drawingml/2006/main" xmlns:r="http://schemas.openxmlformats.org/officeDocument/2006/relationships" xmlns:p="http://schemas.openxmlformats.org/presentation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2"/>
          <ns0:cNvSpPr/>
          <ns0:nvPr/>
        </ns0:nvSpPr>
        <ns0:spPr>
          <ns1:xfrm>
            <ns1:off x="1097280" y="2286000"/>
            <ns1:ext cx="2286000" cy="914400"/>
          </ns1:xfrm>
          <ns1:prstGeom prst="roundRect">
            <ns1:avLst>
              <ns1:gd name="adj" fmla="val 16670"/>
            </ns1:avLst>
          </ns1:prstGeom>
          <ns1:solidFill>
            <ns1:srgbClr val="3366FF"/>
          </ns1:solidFill>
          <ns1:ln w="19050" cmpd="s">
            <ns1:solidFill>
              <ns1:srgbClr val="FFFFFF"/>
            </ns1:solidFill>
            <ns1:tailEnd type="none"/>
            <ns1:headEnd type="none"/>
          </ns1:ln>
          <ns1:effectLst>
            <ns1:outerShdw blurRad="50800" dist="38100" dir="2700000" algn="tl" rotWithShape="0">
              <ns1:srgbClr val="000000">
                <ns1:alpha val="40000"/>
              </ns1:srgbClr>
            </ns1:outerShdw>
          </ns1:effectLst>
        </ns0:spPr>
        <ns0:txBody>
          <ns1:bodyPr wrap="square" rtlCol="0" anchor="ctr" lIns="91440" rIns="91440" tIns="45720" bIns="45720"/>
          <ns1:lstStyle/>
          <ns1:p>
            <ns1:pPr algn="ctr"/>
            <ns1:r>
              <ns1:rPr lang="en-US" sz="1800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Image Generation</ns1:t>
            </ns1:r>
            <ns1:endParaRPr lang="en-US" sz="1800"/>
          </ns1:p>
        </ns0:txBody>
      </ns0:sp>
      <ns0:cxnSp>
        <ns0:nvCxnSpPr>
          <ns0:cNvPr id="3" name="Connector 3"/>
          <ns0:cNvCxnSpPr/>
          <ns0:nvPr/>
        </ns0:nvCxnSpPr>
        <ns0:spPr>
          <ns1:xfrm>
            <ns1:off x="3383280" y="2743200"/>
            <ns1:ext cx="1645920" cy="0"/>
          </ns1:xfrm>
          <ns1:prstGeom prst="straightConnector1">
            <ns1:avLst/>
          </ns1:prstGeom>
          <ns1:ln w="25400" cmpd="s">
            <ns1:solidFill>
              <ns1:srgbClr val="3366FF"/>
            </ns1:solidFill>
            <ns1:tailEnd type="none"/>
            <ns1:headEnd type="triangle" w="med" len="med"/>
          </ns1:ln>
        </ns0:spPr>
      </ns0:cxnSp>
      <ns0:sp>
        <ns0:nvSpPr>
          <ns0:cNvPr id="4" name="Shape 4"/>
          <ns0:cNvSpPr/>
          <ns0:nvPr/>
        </ns0:nvSpPr>
        <ns0:spPr>
          <ns1:xfrm>
            <ns1:off x="5029200" y="2286000"/>
            <ns1:ext cx="2286000" cy="914400"/>
          </ns1:xfrm>
          <ns1:prstGeom prst="rect">
            <ns1:avLst/>
          </ns1:prstGeom>
          <ns1:solidFill>
            <ns1:srgbClr val="22AA55">
              <ns1:alpha val="90000"/>
            </ns1:srgbClr>
          </ns1:solidFill>
          <ns1:ln w="12700" cmpd="s">
            <ns1:solidFill>
              <ns1:srgbClr val="FFFFFF"/>
            </ns1:solidFill>
            <ns1:tailEnd type="none"/>
            <ns1:headEnd type="none"/>
          </ns1:ln>
        </ns0:spPr>
        <ns0:txBody>
          <ns1:bodyPr wrap="square" rtlCol="0" anchor="ctr" lIns="91440" rIns="91440" tIns="45720" bIns="45720"/>
          <ns1:lstStyle/>
          <ns1:p>
            <ns1:pPr algn="ctr"/>
            <ns1:r>
              <ns1:rPr lang="en-US" sz="1800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Model Training</ns1:t>
            </ns1:r>
            <ns1:endParaRPr lang="en-US" sz="1800"/>
          </ns1:p>
        </ns0:txBody>
      </ns0:sp>
    </ns0:spTree>
  </ns0:cSld>
</ns0:sld>
</file>

<file path=ppt/theme/theme1.xml><?xml version="1.0" encoding="utf-8"?>
<ns0:theme xmlns:ns0="http://schemas.openxmlformats.org/drawingml/2006/main" xmlns:a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3366FF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Aptos"/>
        <ns0:ea typeface="Aptos"/>
        <ns0:cs typeface=""/>
      </ns0:majorFont>
      <ns0:minorFont>
        <ns0:latin typeface="Calibri"/>
        <ns0:ea typeface="Calibri"/>
        <ns0:cs typeface=""/>
      </ns0:minorFont>
    </ns0:fontScheme>
    <ns0:fmtScheme name="Office">
      <ns0:fillStyleLst>
        <ns0:solidFill>
          <ns0:schemeClr val="lt1"/>
        </ns0:solidFill>
        <ns0:solidFill>
          <ns0:schemeClr val="accent1"/>
        </ns0:solidFill>
        <ns0:solidFill>
          <ns0:schemeClr val="accent2"/>
        </ns0:solidFill>
      </ns0:fillStyleLst>
      <ns0:lnStyleLst>
        <ns0:ln w="9525" cmpd="s">
          <ns0:solidFill>
            <ns0:schemeClr val="accent1"/>
          </ns0:solidFill>
        </ns0:ln>
        <ns0:ln w="19050" cmpd="s">
          <ns0:solidFill>
            <ns0:schemeClr val="accent1"/>
          </ns0:solidFill>
        </ns0:ln>
        <ns0:ln w="25400" cmpd="s">
          <ns0:solidFill>
            <ns0:schemeClr val="accent1"/>
          </ns0:solidFill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/>
        </ns0:effectStyle>
      </ns0:effectStyleLst>
      <ns0:bgFillStyleLst>
        <ns0:solidFill>
          <ns0:schemeClr val="lt1"/>
        </ns0:solidFill>
        <ns0:solidFill>
          <ns0:schemeClr val="lt2"/>
        </ns0:solidFill>
        <ns0:solidFill>
          <ns0:schemeClr val="dk1"/>
        </ns0:solidFill>
      </ns0:bgFillStyleLst>
    </ns0:fmtScheme>
  </ns0:themeElements>
</ns0:theme>
</file>