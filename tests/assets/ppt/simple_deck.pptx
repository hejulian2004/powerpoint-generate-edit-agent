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731520"/>
            <a:ext cx="10360152" cy="91440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ctr"/>
            <a:r>
              <a:rPr lang="en-US" sz="320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Simple Presentation Fixture</a:t>
            </a:r>
            <a:endParaRPr lang="en-US" sz="3200"/>
          </a:p>
        </p:txBody>
      </p:sp>
      <p:sp>
        <p:nvSpPr>
          <p:cNvPr id="3" name="Card 1"/>
          <p:cNvSpPr/>
          <p:nvPr/>
        </p:nvSpPr>
        <p:spPr>
          <a:xfrm>
            <a:off x="1371600" y="2286000"/>
            <a:ext cx="4114800" cy="3200400"/>
          </a:xfrm>
          <a:prstGeom prst="roundRect">
            <a:avLst>
              <a:gd name="adj" fmla="val 1200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  <a:effectLst>
            <a:outerShdw blurRad="76200" dist="38100" dir="2700000" algn="tl" rotWithShape="0">
              <a:srgbClr val="000000">
                <a:alpha val="300"/>
              </a:srgbClr>
            </a:outerShdw>
          </a:effectLst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Baseline Card A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/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Quick overview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Standard shape properties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High fidelity verification</a:t>
            </a:r>
            <a:endParaRPr lang="en-US" sz="1600"/>
          </a:p>
        </p:txBody>
      </p:sp>
      <p:sp>
        <p:nvSpPr>
          <p:cNvPr id="4" name="Card 2"/>
          <p:cNvSpPr/>
          <p:nvPr/>
        </p:nvSpPr>
        <p:spPr>
          <a:xfrm>
            <a:off x="6702552" y="2286000"/>
            <a:ext cx="4114800" cy="3200400"/>
          </a:xfrm>
          <a:prstGeom prst="roundRect">
            <a:avLst>
              <a:gd name="adj" fmla="val 1200000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  <a:effectLst>
            <a:outerShdw blurRad="76200" dist="38100" dir="2700000" algn="tl" rotWithShape="0">
              <a:srgbClr val="000000">
                <a:alpha val="300"/>
              </a:srgbClr>
            </a:outerShdw>
          </a:effectLst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Baseline Card B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/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Connected target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Text runs and paragraphs</a:t>
            </a:r>
            <a:endParaRPr lang="en-US" sz="1600"/>
          </a:p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- Coordinate fidelity</a:t>
            </a:r>
            <a:endParaRPr lang="en-US" sz="1600"/>
          </a:p>
        </p:txBody>
      </p:sp>
      <p:cxnSp>
        <p:nvCxnSpPr>
          <p:cNvPr id="5" name="Connector 1-&gt;2"/>
          <p:cNvCxnSpPr/>
          <p:nvPr/>
        </p:nvCxnSpPr>
        <p:spPr>
          <a:xfrm>
            <a:off x="5486400" y="3886200"/>
            <a:ext cx="1216152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