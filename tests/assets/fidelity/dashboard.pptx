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svg" ContentType="image/svg+xml"/>
  <Default Extension="gif" ContentType="image/gi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Slide1"/>
  </p:sldIdLst>
  <p:sldSz cx="12191695" cy="6858000"/>
  <p:notesSz cx="6858000" cy="9144000"/>
  <p:defaultTextStyle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Slide1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Layout1" Type="http://schemas.openxmlformats.org/officeDocument/2006/relationships/slideLayout" Target="../slideLayouts/slideLayout1.xml" /><Relationship Id="rIdTheme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shboard Header"/>
          <p:cNvSpPr/>
          <p:nvPr/>
        </p:nvSpPr>
        <p:spPr>
          <a:xfrm>
            <a:off x="571486" y="381000"/>
            <a:ext cx="5714857" cy="476250"/>
          </a:xfrm>
          <a:prstGeom prst="textbox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Global Infrastructure Mesh Topology</a:t>
            </a:r>
            <a:endParaRPr lang="en-US" sz="1800"/>
          </a:p>
        </p:txBody>
      </p:sp>
      <p:sp>
        <p:nvSpPr>
          <p:cNvPr id="3" name="Cluster Alpha (US-East)"/>
          <p:cNvSpPr/>
          <p:nvPr/>
        </p:nvSpPr>
        <p:spPr>
          <a:xfrm>
            <a:off x="571486" y="1143000"/>
            <a:ext cx="3619410" cy="1428750"/>
          </a:xfrm>
          <a:prstGeom prst="roundRect">
            <a:avLst>
              <a:gd name="adj" fmla="val 800000"/>
            </a:avLst>
          </a:prstGeom>
          <a:solidFill>
            <a:srgbClr val="F8FAFC"/>
          </a:solidFill>
          <a:ln w="14224">
            <a:solidFill>
              <a:srgbClr val="E2E8F0"/>
            </a:solidFill>
          </a:ln>
        </p:spPr>
      </p:sp>
      <p:sp>
        <p:nvSpPr>
          <p:cNvPr id="4" name="Cluster Alpha (US-East) Label"/>
          <p:cNvSpPr/>
          <p:nvPr/>
        </p:nvSpPr>
        <p:spPr>
          <a:xfrm>
            <a:off x="761981" y="1333500"/>
            <a:ext cx="3238419" cy="381000"/>
          </a:xfrm>
          <a:prstGeom prst="textbox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Cluster Alpha (US-East)</a:t>
            </a:r>
            <a:endParaRPr lang="en-US" sz="1200"/>
          </a:p>
        </p:txBody>
      </p:sp>
      <p:sp>
        <p:nvSpPr>
          <p:cNvPr id="5" name="Status Badge"/>
          <p:cNvSpPr/>
          <p:nvPr/>
        </p:nvSpPr>
        <p:spPr>
          <a:xfrm>
            <a:off x="761981" y="1905000"/>
            <a:ext cx="857229" cy="285750"/>
          </a:xfrm>
          <a:prstGeom prst="roundRect">
            <a:avLst>
              <a:gd name="adj" fmla="val 1500000"/>
            </a:avLst>
          </a:prstGeom>
          <a:solidFill>
            <a:srgbClr val="10B981"/>
          </a:solidFill>
        </p:spPr>
      </p:sp>
      <p:sp>
        <p:nvSpPr>
          <p:cNvPr id="6" name="Cluster Beta (EU-West)"/>
          <p:cNvSpPr/>
          <p:nvPr/>
        </p:nvSpPr>
        <p:spPr>
          <a:xfrm>
            <a:off x="4762381" y="1143000"/>
            <a:ext cx="3619410" cy="1428750"/>
          </a:xfrm>
          <a:prstGeom prst="roundRect">
            <a:avLst>
              <a:gd name="adj" fmla="val 800000"/>
            </a:avLst>
          </a:prstGeom>
          <a:solidFill>
            <a:srgbClr val="F8FAFC"/>
          </a:solidFill>
          <a:ln w="14224">
            <a:solidFill>
              <a:srgbClr val="E2E8F0"/>
            </a:solidFill>
          </a:ln>
        </p:spPr>
      </p:sp>
      <p:sp>
        <p:nvSpPr>
          <p:cNvPr id="7" name="Cluster Beta (EU-West) Label"/>
          <p:cNvSpPr/>
          <p:nvPr/>
        </p:nvSpPr>
        <p:spPr>
          <a:xfrm>
            <a:off x="4952876" y="1333500"/>
            <a:ext cx="3238419" cy="381000"/>
          </a:xfrm>
          <a:prstGeom prst="textbox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Cluster Beta (EU-West)</a:t>
            </a:r>
            <a:endParaRPr lang="en-US" sz="1200"/>
          </a:p>
        </p:txBody>
      </p:sp>
      <p:sp>
        <p:nvSpPr>
          <p:cNvPr id="8" name="Status Badge"/>
          <p:cNvSpPr/>
          <p:nvPr/>
        </p:nvSpPr>
        <p:spPr>
          <a:xfrm>
            <a:off x="4952876" y="1905000"/>
            <a:ext cx="857229" cy="285750"/>
          </a:xfrm>
          <a:prstGeom prst="roundRect">
            <a:avLst>
              <a:gd name="adj" fmla="val 1500000"/>
            </a:avLst>
          </a:prstGeom>
          <a:solidFill>
            <a:srgbClr val="3B82F6"/>
          </a:solidFill>
        </p:spPr>
      </p:sp>
      <p:sp>
        <p:nvSpPr>
          <p:cNvPr id="9" name="Cluster Gamma (AP-North)"/>
          <p:cNvSpPr/>
          <p:nvPr/>
        </p:nvSpPr>
        <p:spPr>
          <a:xfrm>
            <a:off x="571486" y="3048000"/>
            <a:ext cx="3619410" cy="1428750"/>
          </a:xfrm>
          <a:prstGeom prst="roundRect">
            <a:avLst>
              <a:gd name="adj" fmla="val 800000"/>
            </a:avLst>
          </a:prstGeom>
          <a:solidFill>
            <a:srgbClr val="F8FAFC"/>
          </a:solidFill>
          <a:ln w="14224">
            <a:solidFill>
              <a:srgbClr val="E2E8F0"/>
            </a:solidFill>
          </a:ln>
        </p:spPr>
      </p:sp>
      <p:sp>
        <p:nvSpPr>
          <p:cNvPr id="10" name="Cluster Gamma (AP-North) Label"/>
          <p:cNvSpPr/>
          <p:nvPr/>
        </p:nvSpPr>
        <p:spPr>
          <a:xfrm>
            <a:off x="761981" y="3238500"/>
            <a:ext cx="3238419" cy="381000"/>
          </a:xfrm>
          <a:prstGeom prst="textbox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Cluster Gamma (AP-North)</a:t>
            </a:r>
            <a:endParaRPr lang="en-US" sz="1200"/>
          </a:p>
        </p:txBody>
      </p:sp>
      <p:sp>
        <p:nvSpPr>
          <p:cNvPr id="11" name="Status Badge"/>
          <p:cNvSpPr/>
          <p:nvPr/>
        </p:nvSpPr>
        <p:spPr>
          <a:xfrm>
            <a:off x="761981" y="3810000"/>
            <a:ext cx="857229" cy="285750"/>
          </a:xfrm>
          <a:prstGeom prst="roundRect">
            <a:avLst>
              <a:gd name="adj" fmla="val 1500000"/>
            </a:avLst>
          </a:prstGeom>
          <a:solidFill>
            <a:srgbClr val="F59E0B"/>
          </a:solidFill>
        </p:spPr>
      </p:sp>
      <p:sp>
        <p:nvSpPr>
          <p:cNvPr id="12" name="Cluster Delta (SA-East)"/>
          <p:cNvSpPr/>
          <p:nvPr/>
        </p:nvSpPr>
        <p:spPr>
          <a:xfrm>
            <a:off x="4762381" y="3048000"/>
            <a:ext cx="3619410" cy="1428750"/>
          </a:xfrm>
          <a:prstGeom prst="roundRect">
            <a:avLst>
              <a:gd name="adj" fmla="val 800000"/>
            </a:avLst>
          </a:prstGeom>
          <a:solidFill>
            <a:srgbClr val="F8FAFC"/>
          </a:solidFill>
          <a:ln w="14224">
            <a:solidFill>
              <a:srgbClr val="E2E8F0"/>
            </a:solidFill>
          </a:ln>
        </p:spPr>
      </p:sp>
      <p:sp>
        <p:nvSpPr>
          <p:cNvPr id="13" name="Cluster Delta (SA-East) Label"/>
          <p:cNvSpPr/>
          <p:nvPr/>
        </p:nvSpPr>
        <p:spPr>
          <a:xfrm>
            <a:off x="4952876" y="3238500"/>
            <a:ext cx="3238419" cy="381000"/>
          </a:xfrm>
          <a:prstGeom prst="textbox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Cluster Delta (SA-East)</a:t>
            </a:r>
            <a:endParaRPr lang="en-US" sz="1200"/>
          </a:p>
        </p:txBody>
      </p:sp>
      <p:sp>
        <p:nvSpPr>
          <p:cNvPr id="14" name="Status Badge"/>
          <p:cNvSpPr/>
          <p:nvPr/>
        </p:nvSpPr>
        <p:spPr>
          <a:xfrm>
            <a:off x="4952876" y="3810000"/>
            <a:ext cx="857229" cy="285750"/>
          </a:xfrm>
          <a:prstGeom prst="roundRect">
            <a:avLst>
              <a:gd name="adj" fmla="val 1500000"/>
            </a:avLst>
          </a:prstGeom>
          <a:solidFill>
            <a:srgbClr val="10B981"/>
          </a:solidFill>
        </p:spPr>
      </p:sp>
      <p:cxnSp>
        <p:nvCxnSpPr>
          <p:cNvPr id="15" name="Mesh Link 1-2"/>
          <p:cNvCxnSpPr/>
          <p:nvPr/>
        </p:nvCxnSpPr>
        <p:spPr>
          <a:xfrm>
            <a:off x="4190895" y="1857375"/>
            <a:ext cx="571486" cy="0"/>
          </a:xfrm>
          <a:prstGeom prst="straightConnector1">
            <a:avLst/>
          </a:prstGeom>
          <a:ln w="19050">
            <a:solidFill>
              <a:srgbClr val="64748B"/>
            </a:solidFill>
            <a:prstDash val="dashed"/>
            <a:headEnd type="triangle" w="med" len="med"/>
          </a:ln>
        </p:spPr>
      </p:cxnSp>
    </p:spTree>
  </p:cSld>
</p:sld>
</file>

<file path=ppt/theme/theme1.xml><?xml version="1.0" encoding="utf-8"?>
<a:theme xmlns:a="http://schemas.openxmlformats.org/drawingml/2006/main" xmlns:ns1="http://schemas.microsoft.com/office/thememl/2012/main" name="Modern Clean">
  <a:themeElements>
    <a:clrScheme name="Office">
      <a:dk1>
        <a:sysClr val="windowText" lastClr="0F172A"/>
      </a:dk1>
      <a:lt1>
        <a:sysClr val="window" lastClr="FFFFFF"/>
      </a:lt1>
      <a:dk2>
        <a:srgbClr val="334155"/>
      </a:dk2>
      <a:lt2>
        <a:srgbClr val="F8FAFC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