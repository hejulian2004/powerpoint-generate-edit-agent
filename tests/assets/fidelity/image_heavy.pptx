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Atu899HrAAAAAElFTkSuQmCC" /><Relationship Id="rIdImg3" Type="http://schemas.openxmlformats.org/officeDocument/2006/relationships/image" Target="../media/AAAB+0lEQVR4nO3SQQ3AIADAQJgCLCMLdzNBQtLcKeijc509oOJ7HQA3GZ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5NiaFIMTYqhSTE0KYYmxdCkGJoUQzNKfiVTArIcCzP3AAAAAElFTkSuQmCC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761981" y="381000"/>
            <a:ext cx="6667333" cy="4762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Autonomous Edge Sensor Module</a:t>
            </a:r>
            <a:endParaRPr lang="en-US" sz="1800"/>
          </a:p>
        </p:txBody>
      </p:sp>
      <p:pic>
        <p:nvPicPr>
          <p:cNvPr id="3" name="Primary Sensor Module Photo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61981" y="1143000"/>
            <a:ext cx="3428914" cy="2571750"/>
          </a:xfrm>
          <a:prstGeom prst="rect">
            <a:avLst/>
          </a:prstGeom>
        </p:spPr>
      </p:pic>
      <p:pic>
        <p:nvPicPr>
          <p:cNvPr id="4" name="PCB Layout Detail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4571886" y="1143000"/>
            <a:ext cx="3428914" cy="2571750"/>
          </a:xfrm>
          <a:prstGeom prst="rect">
            <a:avLst/>
          </a:prstGeom>
        </p:spPr>
      </p:pic>
      <p:sp>
        <p:nvSpPr>
          <p:cNvPr id="5" name="Caption 1"/>
          <p:cNvSpPr/>
          <p:nvPr/>
        </p:nvSpPr>
        <p:spPr>
          <a:xfrm>
            <a:off x="761981" y="3857625"/>
            <a:ext cx="3428914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Figure 1: IP68 Enclosed Sensor Unit</a:t>
            </a:r>
            <a:endParaRPr lang="en-US" sz="900"/>
          </a:p>
        </p:txBody>
      </p:sp>
      <p:sp>
        <p:nvSpPr>
          <p:cNvPr id="6" name="Caption 2"/>
          <p:cNvSpPr/>
          <p:nvPr/>
        </p:nvSpPr>
        <p:spPr>
          <a:xfrm>
            <a:off x="4571886" y="3857625"/>
            <a:ext cx="3428914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Figure 2: Custom RISC-V SoC Architecture</a:t>
            </a:r>
            <a:endParaRPr lang="en-US" sz="90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Modern Clean">
  <a:themeElements>
    <a:clrScheme name="Office">
      <a:dk1>
        <a:sysClr val="windowText" lastClr="0F172A"/>
      </a:dk1>
      <a:lt1>
        <a:sysClr val="window" lastClr="FFFFFF"/>
      </a:lt1>
      <a:dk2>
        <a:srgbClr val="334155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