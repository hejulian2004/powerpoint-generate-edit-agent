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761981" y="381000"/>
            <a:ext cx="6667333" cy="4762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Microservices Fabric Cluster</a:t>
            </a:r>
            <a:endParaRPr lang="en-US" sz="1800"/>
          </a:p>
        </p:txBody>
      </p:sp>
      <p:grpSp>
        <p:nvGrpSpPr>
          <p:cNvPr id="3" name="Fabric Outer Cluster"/>
          <p:cNvGrpSpPr/>
          <p:nvPr/>
        </p:nvGrpSpPr>
        <p:grpSpPr>
          <a:xfrm>
            <a:off x="952476" y="1428750"/>
            <a:ext cx="3143171" cy="1809750"/>
            <a:chOff x="952476" y="1428750"/>
            <a:chExt cx="3143171" cy="1809750"/>
          </a:xfrm>
        </p:grpSpPr>
        <p:grpSp>
          <p:nvGrpSpPr>
            <p:cNvPr id="4" name="Inner Worker Group"/>
            <p:cNvGrpSpPr/>
            <p:nvPr/>
          </p:nvGrpSpPr>
          <p:grpSpPr>
            <a:xfrm>
              <a:off x="952476" y="1428750"/>
              <a:ext cx="3143171" cy="762000"/>
              <a:chOff x="952476" y="1428750"/>
              <a:chExt cx="3143171" cy="762000"/>
            </a:xfrm>
          </p:grpSpPr>
          <p:sp>
            <p:nvSpPr>
              <p:cNvPr id="5" name="Leaf Node 1"/>
              <p:cNvSpPr/>
              <p:nvPr/>
            </p:nvSpPr>
            <p:spPr>
              <a:xfrm>
                <a:off x="952476" y="1428750"/>
                <a:ext cx="1428714" cy="762000"/>
              </a:xfrm>
              <a:prstGeom prst="roundRect">
                <a:avLst>
                  <a:gd name="adj" fmla="val 600000"/>
                </a:avLst>
              </a:prstGeom>
              <a:solidFill>
                <a:srgbClr val="38BDF8"/>
              </a:solidFill>
            </p:spPr>
          </p:sp>
          <p:sp>
            <p:nvSpPr>
              <p:cNvPr id="6" name="Leaf Node 2"/>
              <p:cNvSpPr/>
              <p:nvPr/>
            </p:nvSpPr>
            <p:spPr>
              <a:xfrm>
                <a:off x="2666933" y="1428750"/>
                <a:ext cx="1428714" cy="762000"/>
              </a:xfrm>
              <a:prstGeom prst="roundRect">
                <a:avLst>
                  <a:gd name="adj" fmla="val 600000"/>
                </a:avLst>
              </a:prstGeom>
              <a:solidFill>
                <a:srgbClr val="818CF8"/>
              </a:solidFill>
            </p:spPr>
          </p:sp>
        </p:grpSp>
        <p:sp>
          <p:nvSpPr>
            <p:cNvPr id="7" name="Coordinator Node"/>
            <p:cNvSpPr/>
            <p:nvPr/>
          </p:nvSpPr>
          <p:spPr>
            <a:xfrm>
              <a:off x="952476" y="2571750"/>
              <a:ext cx="3143171" cy="666750"/>
            </a:xfrm>
            <a:prstGeom prst="rect">
              <a:avLst/>
            </a:prstGeom>
            <a:solidFill>
              <a:srgbClr val="0F172A"/>
            </a:solidFill>
          </p:spPr>
        </p:sp>
      </p:grpSp>
    </p:spTree>
  </p:cSld>
</p:sld>
</file>

<file path=ppt/theme/theme1.xml><?xml version="1.0" encoding="utf-8"?>
<a:theme xmlns:a="http://schemas.openxmlformats.org/drawingml/2006/main" xmlns:ns1="http://schemas.microsoft.com/office/thememl/2012/main" name="Modern Clean">
  <a:themeElements>
    <a:clrScheme name="Office">
      <a:dk1>
        <a:sysClr val="windowText" lastClr="0F172A"/>
      </a:dk1>
      <a:lt1>
        <a:sysClr val="window" lastClr="FFFFFF"/>
      </a:lt1>
      <a:dk2>
        <a:srgbClr val="334155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